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8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72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22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79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11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56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1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18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27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268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67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40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53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329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332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71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4B0885C-8150-4639-B6F1-8FBF2332ADF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C66D1FA-DB55-4537-90D3-D4CCB4D2B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0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B30A-AC6E-00D4-3C97-2407473EB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360" y="259080"/>
            <a:ext cx="7147560" cy="3672840"/>
          </a:xfrm>
        </p:spPr>
        <p:txBody>
          <a:bodyPr>
            <a:normAutofit/>
          </a:bodyPr>
          <a:lstStyle/>
          <a:p>
            <a:r>
              <a:rPr lang="en-IN" dirty="0"/>
              <a:t>AI POWERED CODE REVIEVER AND QUALITY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12F68-CC34-521D-FB3C-D94CD8AAC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785360"/>
            <a:ext cx="6522720" cy="60960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K.Elaiyaperumal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37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0A23-A502-27AD-68B6-74720873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D19615-0862-72D2-B7DA-59B8A886B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65" y="2540556"/>
            <a:ext cx="88496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code reviews are 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quality depends on reviewer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coding standards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to track maintainability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an automated intelligent solution for consistent code review.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7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61DE-C917-11D0-FA22-D4C8BEFE3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BC8F08-8594-F731-EE24-763E9810F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7457" y="2459504"/>
            <a:ext cx="52004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code review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code smells &amp; complexity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maintainability and readability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AI-based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</a:t>
            </a:r>
          </a:p>
        </p:txBody>
      </p:sp>
    </p:spTree>
    <p:extLst>
      <p:ext uri="{BB962C8B-B14F-4D97-AF65-F5344CB8AC3E}">
        <p14:creationId xmlns:p14="http://schemas.microsoft.com/office/powerpoint/2010/main" val="226587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CBAB-1817-B3BD-512B-9B62DE99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B59D-8B44-72CC-4B87-D0F6C0F3E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Python projects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Maintainability Index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code smells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improvements using LLM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auto-fix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50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E1F5-9883-ADB0-2C4E-3DB1E4E4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AAC8DF-19DD-3D09-F086-9524662B5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040" y="2423160"/>
            <a:ext cx="8761413" cy="39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2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D02FA-2AB0-DA5C-7D13-F82BF478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D9A5DF-4D2A-8A00-773A-EC01E17DC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511852"/>
            <a:ext cx="63775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UI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Code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 Module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Code parsing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Report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Model (Ollama Pi3,Router,Google Gemini)</a:t>
            </a:r>
          </a:p>
        </p:txBody>
      </p:sp>
    </p:spTree>
    <p:extLst>
      <p:ext uri="{BB962C8B-B14F-4D97-AF65-F5344CB8AC3E}">
        <p14:creationId xmlns:p14="http://schemas.microsoft.com/office/powerpoint/2010/main" val="149302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8697-7799-FBBB-052E-C415409E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6B7AC-4EC6-0D43-AE9A-90E9D14A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 Index calculation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detection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function detection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 imports detection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convention validation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Auto-fix suggestion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hook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37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B795-D56C-1578-8DEF-E3AC3C81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MAINTAINABILITY INDEX: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82612-D2BB-07CB-B01A-580F5A454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8880"/>
            <a:ext cx="10515600" cy="3708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 Index (MI) measures how easy code is to maintain.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uses: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of Code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Halstead Volume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85–100 → Highly Maintainable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65–84 → Moderate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65 → Poor Maintainability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92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A768D-80B4-A0DD-A503-3C6DD634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ANALYSIS WORKFLOW: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2E7FD7-488A-3CB2-596F-DD3FCF9AC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080" y="2422208"/>
            <a:ext cx="41665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Python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 using 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Maintainability Index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code smells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AI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report</a:t>
            </a:r>
          </a:p>
        </p:txBody>
      </p:sp>
    </p:spTree>
    <p:extLst>
      <p:ext uri="{BB962C8B-B14F-4D97-AF65-F5344CB8AC3E}">
        <p14:creationId xmlns:p14="http://schemas.microsoft.com/office/powerpoint/2010/main" val="77614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112F-94D9-2689-9171-AB470B41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PROJECT: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778C70-8A7C-EB57-61AF-0C3D778709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080" y="2459504"/>
            <a:ext cx="367466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review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code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maintainability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teams</a:t>
            </a:r>
          </a:p>
        </p:txBody>
      </p:sp>
    </p:spTree>
    <p:extLst>
      <p:ext uri="{BB962C8B-B14F-4D97-AF65-F5344CB8AC3E}">
        <p14:creationId xmlns:p14="http://schemas.microsoft.com/office/powerpoint/2010/main" val="380686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A91C-5B03-2CAA-5316-3C2892A0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PERFORMANCE: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D0D354-975F-5727-77CB-5359CA93F8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453700"/>
            <a:ext cx="54377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review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maintainability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detection of major code smells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debugging support</a:t>
            </a:r>
          </a:p>
        </p:txBody>
      </p:sp>
    </p:spTree>
    <p:extLst>
      <p:ext uri="{BB962C8B-B14F-4D97-AF65-F5344CB8AC3E}">
        <p14:creationId xmlns:p14="http://schemas.microsoft.com/office/powerpoint/2010/main" val="310899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962E-0F2B-97CE-F456-28C4FE07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EB9F-3614-9328-E1A7-3C31C19C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80945"/>
            <a:ext cx="10515600" cy="2700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Code Reviewer: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code quality checking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suggestions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maintainability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development effort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053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C521-6720-BDA4-074D-5F63463E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2087880"/>
            <a:ext cx="6416040" cy="1981200"/>
          </a:xfrm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375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</TotalTime>
  <Words>274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Ion Boardroom</vt:lpstr>
      <vt:lpstr>AI POWERED CODE REVIEVER AND QUALITY ASSISTANT</vt:lpstr>
      <vt:lpstr>PROBLEM STATEMENT:</vt:lpstr>
      <vt:lpstr>PROJECT OBJECTIVE:</vt:lpstr>
      <vt:lpstr>PROPOSED SOLUTION:</vt:lpstr>
      <vt:lpstr>SYSTEM ARCHITECTURE:</vt:lpstr>
      <vt:lpstr>TECHNOLOGIES USED:</vt:lpstr>
      <vt:lpstr>KEY FEATURES:</vt:lpstr>
      <vt:lpstr>MAINTAINABILITY INDEX:</vt:lpstr>
      <vt:lpstr>CODE ANALYSIS WORKFLOW:</vt:lpstr>
      <vt:lpstr>ADVANTAGES OF PROJECT:</vt:lpstr>
      <vt:lpstr>RESULTS &amp; PERFORMANCE:</vt:lpstr>
      <vt:lpstr>CONCLUSION: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Elaiyaperumal K</dc:creator>
  <cp:lastModifiedBy>Elaiyaperumal K</cp:lastModifiedBy>
  <cp:revision>1</cp:revision>
  <dcterms:created xsi:type="dcterms:W3CDTF">2026-03-01T13:01:26Z</dcterms:created>
  <dcterms:modified xsi:type="dcterms:W3CDTF">2026-03-01T13:39:39Z</dcterms:modified>
</cp:coreProperties>
</file>